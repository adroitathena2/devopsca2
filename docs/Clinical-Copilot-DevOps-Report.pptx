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— Architecture (DevOps 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• Service: FastAPI wrapper (app.py) over Clinical Copilot contract</a:t>
            </a:r>
          </a:p>
          <a:p>
            <a:pPr/>
            <a:r>
              <a:rPr sz="1500"/>
              <a:t>• Deploy: Docker image -&gt; K8s Deployment (3 replicas) + ClusterIP Service</a:t>
            </a:r>
          </a:p>
          <a:p>
            <a:pPr/>
            <a:r>
              <a:rPr sz="1500"/>
              <a:t>• Config: Ansible playbook (user, venv, systemd, smoke test)</a:t>
            </a:r>
          </a:p>
          <a:p>
            <a:pPr/>
            <a:r>
              <a:rPr sz="1500"/>
              <a:t>• Observe: Prometheus scrapes /metrics, Grafana dashboard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— Pipeline flow (GitHub Actions)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• Trigger: push to main / PR / manual</a:t>
            </a:r>
          </a:p>
          <a:p>
            <a:pPr/>
            <a:r>
              <a:rPr sz="1500"/>
              <a:t>• Job test: setup-python 3.11, pytest, kubectl dry-run</a:t>
            </a:r>
          </a:p>
          <a:p>
            <a:pPr/>
            <a:r>
              <a:rPr sz="1500"/>
              <a:t>• Job build-and-push: buildx + Docker Hub tags (sha + latest)</a:t>
            </a:r>
          </a:p>
          <a:p>
            <a:pPr/>
            <a:r>
              <a:rPr sz="1500"/>
              <a:t>• Job deploy-staging: set image -&gt; rollout status -&gt; smoke /health + /analyze; fail -&gt; rollout undo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— Containerization &amp;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• Dockerfile: python:3.11-slim, HEALTHCHECK /health, APP_VERSION build-arg</a:t>
            </a:r>
          </a:p>
          <a:p>
            <a:pPr/>
            <a:r>
              <a:rPr sz="1500"/>
              <a:t>• Deployment: RollingUpdate (maxSurge=1, maxUnavailable=0), probes, resources</a:t>
            </a:r>
          </a:p>
          <a:p>
            <a:pPr/>
            <a:r>
              <a:rPr sz="1500"/>
              <a:t>• Rolling update: kubectl set image ... :2.0.0 -&gt; rollout status</a:t>
            </a:r>
          </a:p>
          <a:p>
            <a:pPr/>
            <a:r>
              <a:rPr sz="1500"/>
              <a:t>• Rollback: kubectl rollout undo + rollout history (demo script k8s/rolling-update-demo.sh)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— Monitoring &amp;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• Metrics: http_requests_total, http_request_latency_seconds, interactions_detected_total, app_uptime_seconds</a:t>
            </a:r>
          </a:p>
          <a:p>
            <a:pPr/>
            <a:r>
              <a:rPr sz="1500"/>
              <a:t>• Prometheus: scrape app:8000/metrics every 15s (monitoring/prometheus.yml)</a:t>
            </a:r>
          </a:p>
          <a:p>
            <a:pPr/>
            <a:r>
              <a:rPr sz="1500"/>
              <a:t>• Grafana: 5-panel dashboard (uptime, req/s, p95, 5xx rate, interactions/sec)</a:t>
            </a:r>
          </a:p>
          <a:p>
            <a:pPr/>
            <a:r>
              <a:rPr sz="1500"/>
              <a:t>• Run: docker compose -f monitoring/docker-compose.monitoring.yml up</a:t>
            </a:r>
          </a:p>
        </p:txBody>
      </p:sp>
      <p:pic>
        <p:nvPicPr>
          <p:cNvPr id="4" name="Picture 3" descr="grafana-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— Challenges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• Heavy ML (torch/GLiNER/Granite) != container-friendly -&gt; thin FastAPI wrapper for DevOps</a:t>
            </a:r>
          </a:p>
          <a:p>
            <a:pPr/>
            <a:r>
              <a:rPr sz="1500"/>
              <a:t>• Windows dev box: no Ansible binary, no Docker daemon/K8s cluster -&gt; validated YAML + pytest + live /metrics</a:t>
            </a:r>
          </a:p>
          <a:p>
            <a:pPr/>
            <a:r>
              <a:rPr sz="1500"/>
              <a:t>• Probes + zero-downtime strategy matter more than replica count for safety-critical API</a:t>
            </a:r>
          </a:p>
          <a:p>
            <a:pPr/>
            <a:r>
              <a:rPr sz="1500"/>
              <a:t>• Next: sign images, gate promotion on load test, add Loki/Alertmanager + SLO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